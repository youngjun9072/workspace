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TARGET STRUCTURE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Coordinator는 의존성 토큰으로 분배하고, commit gate로 순서를 보존한다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설계문서 D.1/D.4/D.5/D.6 기준: 계산은 Master, 집행은 Slave Coordinator, durable commit은 commit_seq 순서.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EEF3F8"/>
          </a:solidFill>
          <a:ln w="12700">
            <a:solidFill>
              <a:srgbClr val="BFD0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2139696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5F8F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1284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cub_server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처리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2029968"/>
            <a:ext cx="1536192" cy="749808"/>
          </a:xfrm>
          <a:prstGeom prst="roundRect">
            <a:avLst>
              <a:gd name="adj" fmla="val 6098"/>
            </a:avLst>
          </a:prstGeom>
          <a:solidFill>
            <a:srgbClr val="FFF7E8"/>
          </a:solidFill>
          <a:ln w="12700">
            <a:solidFill>
              <a:srgbClr val="E7A9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1528" y="2103120"/>
            <a:ext cx="1316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85232" y="2029968"/>
            <a:ext cx="1600200" cy="749808"/>
          </a:xfrm>
          <a:prstGeom prst="roundRect">
            <a:avLst>
              <a:gd name="adj" fmla="val 609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103120"/>
            <a:ext cx="1380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commit_seq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dependency_seq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94192" y="2084832"/>
            <a:ext cx="171907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5F8F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15798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copylogdb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repl 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95728" y="2404872"/>
            <a:ext cx="475488" cy="0"/>
          </a:xfrm>
          <a:prstGeom prst="line">
            <a:avLst/>
          </a:prstGeom>
          <a:noFill/>
          <a:ln w="15240">
            <a:solidFill>
              <a:srgbClr val="2457A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62856" y="2404872"/>
            <a:ext cx="612648" cy="0"/>
          </a:xfrm>
          <a:prstGeom prst="line">
            <a:avLst/>
          </a:prstGeom>
          <a:noFill/>
          <a:ln w="15240">
            <a:solidFill>
              <a:srgbClr val="D96C2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67728" y="2404872"/>
            <a:ext cx="1316736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788920" y="17007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COMMIT_ORDER v1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진입 시 durable watermark snapshot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566928" y="3383280"/>
            <a:ext cx="11064240" cy="2880360"/>
          </a:xfrm>
          <a:prstGeom prst="roundRect">
            <a:avLst>
              <a:gd name="adj" fmla="val 1905"/>
            </a:avLst>
          </a:prstGeom>
          <a:solidFill>
            <a:srgbClr val="EEF8F1"/>
          </a:solidFill>
          <a:ln w="12700">
            <a:solidFill>
              <a:srgbClr val="A9D5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56616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774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4400" y="4160520"/>
            <a:ext cx="144475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5F8F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2336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LogReader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 log decode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LA_APPLY 구성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880360" y="4005072"/>
            <a:ext cx="1664208" cy="1115568"/>
          </a:xfrm>
          <a:prstGeom prst="roundRect">
            <a:avLst>
              <a:gd name="adj" fmla="val 4098"/>
            </a:avLst>
          </a:prstGeom>
          <a:solidFill>
            <a:srgbClr val="EAF7F8"/>
          </a:solidFill>
          <a:ln w="17780">
            <a:solidFill>
              <a:srgbClr val="00A7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0088" y="4078224"/>
            <a:ext cx="14447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/ ready queue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선택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761488" y="5413248"/>
            <a:ext cx="1901952" cy="45720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1216" y="5486400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rule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T.dependency_seq &lt;=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slave_committed_seq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486400" y="3822192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83C7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389534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/ flush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486400" y="44074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83C7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96128" y="448056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/ flush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486400" y="499262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83C79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506577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/ flush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388352" y="4224528"/>
            <a:ext cx="1481328" cy="658368"/>
          </a:xfrm>
          <a:prstGeom prst="roundRect">
            <a:avLst>
              <a:gd name="adj" fmla="val 6944"/>
            </a:avLst>
          </a:prstGeom>
          <a:solidFill>
            <a:srgbClr val="FFF3EA"/>
          </a:solidFill>
          <a:ln w="12700">
            <a:solidFill>
              <a:srgbClr val="E7A9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429768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gate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commit_seq 순서 대기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555480" y="4169664"/>
            <a:ext cx="1572768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A9B7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65208" y="4242816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/ Progress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committed_lsa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slave_committed_seq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9555480" y="5239512"/>
            <a:ext cx="1572768" cy="420624"/>
          </a:xfrm>
          <a:prstGeom prst="roundRect">
            <a:avLst>
              <a:gd name="adj" fmla="val 10870"/>
            </a:avLst>
          </a:prstGeom>
          <a:solidFill>
            <a:srgbClr val="FFF7E8"/>
          </a:solidFill>
          <a:ln w="12700">
            <a:solidFill>
              <a:srgbClr val="E7A9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65208" y="531266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db_ha_apply_info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gap-free progress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0104120" y="2724912"/>
            <a:ext cx="-8476488" cy="1389888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170432" y="38221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repl log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432304" y="4572000"/>
            <a:ext cx="347472" cy="0"/>
          </a:xfrm>
          <a:prstGeom prst="line">
            <a:avLst/>
          </a:prstGeom>
          <a:noFill/>
          <a:ln w="15240">
            <a:solidFill>
              <a:srgbClr val="2457A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626864" y="4297680"/>
            <a:ext cx="749808" cy="-256032"/>
          </a:xfrm>
          <a:prstGeom prst="line">
            <a:avLst/>
          </a:prstGeom>
          <a:noFill/>
          <a:ln w="13970">
            <a:solidFill>
              <a:srgbClr val="00A7B5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626864" y="4572000"/>
            <a:ext cx="749808" cy="54864"/>
          </a:xfrm>
          <a:prstGeom prst="line">
            <a:avLst/>
          </a:prstGeom>
          <a:noFill/>
          <a:ln w="13970">
            <a:solidFill>
              <a:srgbClr val="00A7B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626864" y="4846320"/>
            <a:ext cx="749808" cy="365760"/>
          </a:xfrm>
          <a:prstGeom prst="line">
            <a:avLst/>
          </a:prstGeom>
          <a:noFill/>
          <a:ln w="13970">
            <a:solidFill>
              <a:srgbClr val="00A7B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629400" y="4626864"/>
            <a:ext cx="649224" cy="-54864"/>
          </a:xfrm>
          <a:prstGeom prst="line">
            <a:avLst/>
          </a:prstGeom>
          <a:noFill/>
          <a:ln w="15240">
            <a:solidFill>
              <a:srgbClr val="2F8F5B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942832" y="4572000"/>
            <a:ext cx="512064" cy="0"/>
          </a:xfrm>
          <a:prstGeom prst="line">
            <a:avLst/>
          </a:prstGeom>
          <a:noFill/>
          <a:ln w="15240">
            <a:solidFill>
              <a:srgbClr val="D96C2C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332720" y="4956048"/>
            <a:ext cx="0" cy="237744"/>
          </a:xfrm>
          <a:prstGeom prst="line">
            <a:avLst/>
          </a:prstGeom>
          <a:noFill/>
          <a:ln w="13970">
            <a:solidFill>
              <a:srgbClr val="D96C2C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528048" y="5632704"/>
            <a:ext cx="-5321808" cy="27432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806440" y="571500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보고 후 pending 재평가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676656" y="6364224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Slave는 충돌을 재계산하지 않고 Master가 내려준 dependency_seq만 집행한다.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7DC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56539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parallel_applylogdb_coordinator_design.md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292840" y="65471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병렬 applylogdb 코디네이터 설계 추가 슬라이드</dc:title>
  <dc:subject>Slides 8-10 insertion</dc:subject>
  <dc:creator>Codex</dc:creator>
  <cp:lastModifiedBy>Codex</cp:lastModifiedBy>
  <cp:revision>1</cp:revision>
  <dcterms:created xsi:type="dcterms:W3CDTF">2026-06-09T11:42:39Z</dcterms:created>
  <dcterms:modified xsi:type="dcterms:W3CDTF">2026-06-09T11:42:39Z</dcterms:modified>
</cp:coreProperties>
</file>